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o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3I+Gtggz72LDEqq6V/KB8tSo+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italic.fntdata"/><Relationship Id="rId6" Type="http://schemas.openxmlformats.org/officeDocument/2006/relationships/slide" Target="slides/slide1.xml"/><Relationship Id="rId18" Type="http://schemas.openxmlformats.org/officeDocument/2006/relationships/font" Target="fonts/No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498ec9e4b24cb48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h498ec9e4b24cb48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498ec9e4b24cb4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h498ec9e4b24cb4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98ec9e4b24cb48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h498ec9e4b24cb48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498ec9e4b24cb48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h498ec9e4b24cb48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98ec9e4b24cb4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h498ec9e4b24cb4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98ec9e4b24cb48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h498ec9e4b24cb48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98ec9e4b24cb48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498ec9e4b24cb48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98ec9e4b24cb48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h498ec9e4b24cb48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025">
                <a:solidFill>
                  <a:srgbClr val="0033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" type="body"/>
          </p:nvPr>
        </p:nvSpPr>
        <p:spPr>
          <a:xfrm>
            <a:off x="311700" y="1152475"/>
            <a:ext cx="5132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46"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descr="preencoded.png" id="9" name="Google Shape;9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6475" y="4609925"/>
            <a:ext cx="1769600" cy="3279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311700" y="1786400"/>
            <a:ext cx="852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4000">
                <a:solidFill>
                  <a:srgbClr val="003366"/>
                </a:solidFill>
              </a:rPr>
              <a:t>Mid-Term Project</a:t>
            </a:r>
            <a:endParaRPr sz="3600">
              <a:solidFill>
                <a:srgbClr val="003366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1700" y="2564489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38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it" sz="1895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Data Driven Models for Investment</a:t>
            </a:r>
            <a:endParaRPr b="0" i="0" sz="198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Intro</a:t>
            </a:r>
            <a:endParaRPr/>
          </a:p>
        </p:txBody>
      </p:sp>
      <p:sp>
        <p:nvSpPr>
          <p:cNvPr id="62" name="Google Shape;62;p3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You could open with your project title, your group number, and the names of the group members.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98ec9e4b24cb484_0_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Hypothesis</a:t>
            </a:r>
            <a:endParaRPr/>
          </a:p>
        </p:txBody>
      </p:sp>
      <p:sp>
        <p:nvSpPr>
          <p:cNvPr id="68" name="Google Shape;68;h498ec9e4b24cb484_0_43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You might start by describing the market inefficiency or pattern your strategy tries to exploit, why you think it exists, and which assets you chose to trade.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98ec9e4b24cb484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Data</a:t>
            </a:r>
            <a:endParaRPr/>
          </a:p>
        </p:txBody>
      </p:sp>
      <p:sp>
        <p:nvSpPr>
          <p:cNvPr id="74" name="Google Shape;74;h498ec9e4b24cb484_0_1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Consider presenting your data sources, frequency, and sample period, along with how you cleaned and validated the data (for example, how you handled splits and dividends).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498ec9e4b24cb484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Features</a:t>
            </a:r>
            <a:endParaRPr/>
          </a:p>
        </p:txBody>
      </p:sp>
      <p:sp>
        <p:nvSpPr>
          <p:cNvPr id="80" name="Google Shape;80;h498ec9e4b24cb484_0_6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If you built features, this could be a good place to show the main ones and the intuition behind them.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498ec9e4b24cb484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Strategy</a:t>
            </a:r>
            <a:endParaRPr/>
          </a:p>
        </p:txBody>
      </p:sp>
      <p:sp>
        <p:nvSpPr>
          <p:cNvPr id="86" name="Google Shape;86;h498ec9e4b24cb484_0_11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You could explain the model or AI technique you chose and why, which parameters you tuned and how, and how the model output becomes a −1 / 0 / +1 signal.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98ec9e4b24cb484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Backtesting</a:t>
            </a:r>
            <a:endParaRPr/>
          </a:p>
        </p:txBody>
      </p:sp>
      <p:sp>
        <p:nvSpPr>
          <p:cNvPr id="92" name="Google Shape;92;h498ec9e4b24cb484_0_16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It may help to show how you split the data (in-sample, validation, out-of-sample), when trades are executed relative to the signal, how capital is allocated, and any assumptions on costs.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498ec9e4b24cb484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Results</a:t>
            </a:r>
            <a:endParaRPr/>
          </a:p>
        </p:txBody>
      </p:sp>
      <p:sp>
        <p:nvSpPr>
          <p:cNvPr id="98" name="Google Shape;98;h498ec9e4b24cb484_0_21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 natural choice is to show the equity curves against your benchmark, together with a few key metrics for both in-sample and out-of-sample periods.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98ec9e4b24cb484_0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Pitfall Analysis</a:t>
            </a:r>
            <a:endParaRPr/>
          </a:p>
        </p:txBody>
      </p:sp>
      <p:sp>
        <p:nvSpPr>
          <p:cNvPr id="104" name="Google Shape;104;h498ec9e4b24cb484_0_26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You may want to discuss how your approach deals with common issues such as overfitting, lookahead bias, survivorship bias, data snooping, and pretrained model leakage.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98ec9e4b24cb484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it"/>
              <a:t>Conclusions</a:t>
            </a:r>
            <a:endParaRPr/>
          </a:p>
        </p:txBody>
      </p:sp>
      <p:sp>
        <p:nvSpPr>
          <p:cNvPr id="110" name="Google Shape;110;h498ec9e4b24cb484_0_32"/>
          <p:cNvSpPr txBox="1"/>
          <p:nvPr>
            <p:ph idx="1" type="body"/>
          </p:nvPr>
        </p:nvSpPr>
        <p:spPr>
          <a:xfrm>
            <a:off x="311700" y="11625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You could close with what worked, what didn't, and the limits of your system, plus a short note on each member's role and the AI tools you used.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3"/>
          <p:cNvSpPr txBox="1"/>
          <p:nvPr>
            <p:ph type="ctrTitle"/>
          </p:nvPr>
        </p:nvSpPr>
        <p:spPr>
          <a:xfrm>
            <a:off x="311700" y="1786400"/>
            <a:ext cx="852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4000">
                <a:solidFill>
                  <a:srgbClr val="003366"/>
                </a:solidFill>
              </a:rPr>
              <a:t>THANK YOU</a:t>
            </a:r>
            <a:endParaRPr sz="3600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